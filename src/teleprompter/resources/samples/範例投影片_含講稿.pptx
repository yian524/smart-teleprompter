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各位好，我是今天的報告人。先從背景說起：假訊息在社群平台的擴散速度，遠遠超過人工查核的處理量能。這就是本研究要解決的問題。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現有方法大多聚焦在單一宣稱的事實查核。我們想補的是另一個角度：這篇文章有沒有重現常見的操弄模式。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方法分兩階段。建圖階段把歷史查核案例轉成知識圖譜；推論階段檢索模式相似的案例，一起放進提示詞讓模型判定。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實驗用八比二切分，測試集共八千五百二十七篇，所有數字都是三次執行的平均，避免單次波動。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主要結果如這張表。準確率與假訊息召回都優於基線；但要誠實說，偽陽率也上升了，所以系統定位是人工複核前的初篩。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最後總結。貢獻是提出模式導向的檢索框架；限制是偽陽率偏高、圖譜為靜態。未來會做混合檢索與增量更新。謝謝聆聽。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/>
              <a:t>研究背景與動機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假訊息在社群平台快速擴散，人工查核速度跟不上。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/>
              <a:t>研究問題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現有方法多半逐則查核事實，較少從「論述模式」切入。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/>
              <a:t>方法：知識圖譜 + 檢索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把歷史查核案例建成知識圖譜，推論時檢索相似案例。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/>
              <a:t>實驗設定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資料集 8,527 篇測試樣本，三次執行取平均。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/>
              <a:t>主要結果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準確率與召回率均優於基線，但偽陽率上升。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/>
              <a:t>結論與未來工作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貢獻、限制與後續方向。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